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IVGyQ9fJPLbXKXQbxCt6Qp4HU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" name="Google Shape;3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104e5bf85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e104e5bf85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6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22960" y="1097280"/>
            <a:ext cx="7498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Recruitr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256032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Sports never had a talent problem.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It had a visibility problem.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44805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DEMO DAY  ·  May </a:t>
            </a:r>
            <a:r>
              <a:rPr lang="en-US" sz="11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b="0" i="0" lang="en-US" sz="11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,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8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822960" y="548640"/>
            <a:ext cx="77724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Every athlete has a camera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in their pocket. None of them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have a direct line to the coaches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who need to see them.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822960" y="3108960"/>
            <a:ext cx="1371600" cy="36576"/>
          </a:xfrm>
          <a:prstGeom prst="rect">
            <a:avLst/>
          </a:prstGeom>
          <a:solidFill>
            <a:srgbClr val="E856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822960" y="338328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The athletes who get opportunities aren't the best.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They're the most connected.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846320" y="4023360"/>
            <a:ext cx="3931920" cy="777240"/>
          </a:xfrm>
          <a:prstGeom prst="rect">
            <a:avLst/>
          </a:prstGeom>
          <a:solidFill>
            <a:srgbClr val="FEF0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029200" y="406908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That's a system-wide problem, and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compounds at every level.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822960" y="100584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Talent discovery is broken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at every level.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0" y="2560320"/>
            <a:ext cx="9144000" cy="2583180"/>
          </a:xfrm>
          <a:prstGeom prst="rect">
            <a:avLst/>
          </a:prstGeom>
          <a:solidFill>
            <a:srgbClr val="F2F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8" name="Google Shape;3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2788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3"/>
          <p:cNvSpPr/>
          <p:nvPr/>
        </p:nvSpPr>
        <p:spPr>
          <a:xfrm>
            <a:off x="822960" y="329184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00"/>
              <a:buFont typeface="Georgia"/>
              <a:buNone/>
            </a:pPr>
            <a:r>
              <a:rPr b="0" i="1" lang="en-US" sz="20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We get 250 recruiting emails a day.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000"/>
              <a:buFont typeface="Georgia"/>
              <a:buNone/>
            </a:pPr>
            <a:r>
              <a:rPr b="0" i="1" lang="en-US" sz="20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We watch maybe 1–2 players in full.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822960" y="41148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— Tobias Esche, Assistant Coach, Columbia University Men’s Soccer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822960" y="45720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Coaches are drowning. Athletes are invisible.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Film goes to YouTube and dies.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8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THE TEAM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1"/>
          <p:cNvSpPr/>
          <p:nvPr/>
        </p:nvSpPr>
        <p:spPr>
          <a:xfrm>
            <a:off x="822960" y="9144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Why us, for this.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1"/>
          <p:cNvSpPr/>
          <p:nvPr/>
        </p:nvSpPr>
        <p:spPr>
          <a:xfrm>
            <a:off x="822960" y="1645858"/>
            <a:ext cx="2469000" cy="3017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1"/>
          <p:cNvSpPr/>
          <p:nvPr/>
        </p:nvSpPr>
        <p:spPr>
          <a:xfrm>
            <a:off x="1463040" y="1977383"/>
            <a:ext cx="1188600" cy="1188600"/>
          </a:xfrm>
          <a:prstGeom prst="ellipse">
            <a:avLst/>
          </a:prstGeom>
          <a:solidFill>
            <a:srgbClr val="E8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1"/>
          <p:cNvSpPr/>
          <p:nvPr/>
        </p:nvSpPr>
        <p:spPr>
          <a:xfrm>
            <a:off x="1005940" y="3192675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Joao Pedro Lima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1"/>
          <p:cNvSpPr/>
          <p:nvPr/>
        </p:nvSpPr>
        <p:spPr>
          <a:xfrm>
            <a:off x="1005940" y="3582898"/>
            <a:ext cx="210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Co-founder, Product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1"/>
          <p:cNvSpPr/>
          <p:nvPr/>
        </p:nvSpPr>
        <p:spPr>
          <a:xfrm>
            <a:off x="1005840" y="393192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Division 1 Athlete</a:t>
            </a:r>
            <a:endParaRPr b="0" i="0" sz="1200" u="none" cap="none" strike="noStrike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CS @ Columbia</a:t>
            </a:r>
            <a:endParaRPr b="0" i="0" sz="1200" u="none" cap="none" strike="noStrike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AI @ Accenture</a:t>
            </a:r>
            <a:endParaRPr sz="1200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1"/>
          <p:cNvSpPr/>
          <p:nvPr/>
        </p:nvSpPr>
        <p:spPr>
          <a:xfrm>
            <a:off x="3566160" y="1645920"/>
            <a:ext cx="246888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/>
          <p:nvPr/>
        </p:nvSpPr>
        <p:spPr>
          <a:xfrm>
            <a:off x="4206240" y="1874520"/>
            <a:ext cx="1188720" cy="1188720"/>
          </a:xfrm>
          <a:prstGeom prst="ellipse">
            <a:avLst/>
          </a:prstGeom>
          <a:solidFill>
            <a:srgbClr val="E8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1"/>
          <p:cNvSpPr/>
          <p:nvPr/>
        </p:nvSpPr>
        <p:spPr>
          <a:xfrm>
            <a:off x="4206240" y="1874520"/>
            <a:ext cx="1188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[Photo]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1"/>
          <p:cNvSpPr/>
          <p:nvPr/>
        </p:nvSpPr>
        <p:spPr>
          <a:xfrm>
            <a:off x="3749040" y="32004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Cam Wilson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1"/>
          <p:cNvSpPr/>
          <p:nvPr/>
        </p:nvSpPr>
        <p:spPr>
          <a:xfrm>
            <a:off x="3749040" y="35661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Co-founder, Engineering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1"/>
          <p:cNvSpPr/>
          <p:nvPr/>
        </p:nvSpPr>
        <p:spPr>
          <a:xfrm>
            <a:off x="3749040" y="393192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IT Engineer @ Columbia Tech Ventures</a:t>
            </a:r>
            <a:endParaRPr sz="1200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CS @ Columbia</a:t>
            </a:r>
            <a:endParaRPr sz="1200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Golfer</a:t>
            </a:r>
            <a:endParaRPr sz="1200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1"/>
          <p:cNvSpPr/>
          <p:nvPr/>
        </p:nvSpPr>
        <p:spPr>
          <a:xfrm>
            <a:off x="6309360" y="1645920"/>
            <a:ext cx="2469000" cy="3017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rotWithShape="0" algn="bl" dir="8100000" dist="381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1"/>
          <p:cNvSpPr/>
          <p:nvPr/>
        </p:nvSpPr>
        <p:spPr>
          <a:xfrm>
            <a:off x="6949440" y="1874520"/>
            <a:ext cx="1188600" cy="1188600"/>
          </a:xfrm>
          <a:prstGeom prst="ellipse">
            <a:avLst/>
          </a:prstGeom>
          <a:solidFill>
            <a:srgbClr val="E8E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1"/>
          <p:cNvSpPr/>
          <p:nvPr/>
        </p:nvSpPr>
        <p:spPr>
          <a:xfrm>
            <a:off x="6492240" y="32004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Benjamin Sidley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1"/>
          <p:cNvSpPr/>
          <p:nvPr/>
        </p:nvSpPr>
        <p:spPr>
          <a:xfrm>
            <a:off x="6492240" y="35661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Co-founder, Growth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1"/>
          <p:cNvSpPr/>
          <p:nvPr/>
        </p:nvSpPr>
        <p:spPr>
          <a:xfrm>
            <a:off x="6492240" y="393192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Division 1 Athlete</a:t>
            </a:r>
            <a:endParaRPr sz="1200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CS @ Columbia</a:t>
            </a:r>
            <a:endParaRPr sz="1200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Data Analytics @ Stone Street</a:t>
            </a:r>
            <a:endParaRPr sz="1200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11" title="Screenshot 2026-05-06 at 12.17.25 AM.png"/>
          <p:cNvPicPr preferRelativeResize="0"/>
          <p:nvPr/>
        </p:nvPicPr>
        <p:blipFill rotWithShape="1">
          <a:blip r:embed="rId3">
            <a:alphaModFix/>
          </a:blip>
          <a:srcRect b="4889" l="0" r="0" t="4899"/>
          <a:stretch/>
        </p:blipFill>
        <p:spPr>
          <a:xfrm>
            <a:off x="4314337" y="1914312"/>
            <a:ext cx="1100072" cy="114355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/>
          <p:nvPr/>
        </p:nvSpPr>
        <p:spPr>
          <a:xfrm rot="3124599">
            <a:off x="4009499" y="1254805"/>
            <a:ext cx="623325" cy="1243888"/>
          </a:xfrm>
          <a:prstGeom prst="mo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1"/>
          <p:cNvSpPr/>
          <p:nvPr/>
        </p:nvSpPr>
        <p:spPr>
          <a:xfrm rot="7602268">
            <a:off x="4904837" y="1254762"/>
            <a:ext cx="623403" cy="1243985"/>
          </a:xfrm>
          <a:prstGeom prst="mo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1"/>
          <p:cNvSpPr/>
          <p:nvPr/>
        </p:nvSpPr>
        <p:spPr>
          <a:xfrm rot="-2971637">
            <a:off x="3929846" y="2257473"/>
            <a:ext cx="623492" cy="1243990"/>
          </a:xfrm>
          <a:prstGeom prst="mo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1"/>
          <p:cNvSpPr/>
          <p:nvPr/>
        </p:nvSpPr>
        <p:spPr>
          <a:xfrm rot="-9362371">
            <a:off x="4906840" y="1925918"/>
            <a:ext cx="870954" cy="1458413"/>
          </a:xfrm>
          <a:prstGeom prst="mo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11" title="Dreamwave-Photo.png"/>
          <p:cNvPicPr preferRelativeResize="0"/>
          <p:nvPr/>
        </p:nvPicPr>
        <p:blipFill rotWithShape="1">
          <a:blip r:embed="rId4">
            <a:alphaModFix/>
          </a:blip>
          <a:srcRect b="32088" l="14868" r="14536" t="0"/>
          <a:stretch/>
        </p:blipFill>
        <p:spPr>
          <a:xfrm>
            <a:off x="6930975" y="1879275"/>
            <a:ext cx="1188700" cy="114353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1" name="Google Shape;71;p11"/>
          <p:cNvSpPr/>
          <p:nvPr/>
        </p:nvSpPr>
        <p:spPr>
          <a:xfrm rot="1225422">
            <a:off x="3929948" y="1572597"/>
            <a:ext cx="623281" cy="1243894"/>
          </a:xfrm>
          <a:prstGeom prst="moon">
            <a:avLst>
              <a:gd fmla="val 65801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11"/>
          <p:cNvPicPr preferRelativeResize="0"/>
          <p:nvPr/>
        </p:nvPicPr>
        <p:blipFill rotWithShape="1">
          <a:blip r:embed="rId5">
            <a:alphaModFix/>
          </a:blip>
          <a:srcRect b="19808" l="6770" r="6440" t="0"/>
          <a:stretch/>
        </p:blipFill>
        <p:spPr>
          <a:xfrm>
            <a:off x="1377950" y="1891725"/>
            <a:ext cx="1292276" cy="118872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1"/>
          <p:cNvSpPr/>
          <p:nvPr/>
        </p:nvSpPr>
        <p:spPr>
          <a:xfrm>
            <a:off x="1377950" y="1633438"/>
            <a:ext cx="1364400" cy="914400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1"/>
          <p:cNvSpPr/>
          <p:nvPr/>
        </p:nvSpPr>
        <p:spPr>
          <a:xfrm rot="10800000">
            <a:off x="1336100" y="2370750"/>
            <a:ext cx="1448100" cy="914400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6858850" y="1645850"/>
            <a:ext cx="1369800" cy="914400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1"/>
          <p:cNvSpPr/>
          <p:nvPr/>
        </p:nvSpPr>
        <p:spPr>
          <a:xfrm rot="10800000">
            <a:off x="6858850" y="2370750"/>
            <a:ext cx="1370700" cy="914400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1"/>
          <p:cNvSpPr/>
          <p:nvPr/>
        </p:nvSpPr>
        <p:spPr>
          <a:xfrm rot="-5400000">
            <a:off x="990900" y="2003425"/>
            <a:ext cx="1363200" cy="930900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1"/>
          <p:cNvSpPr/>
          <p:nvPr/>
        </p:nvSpPr>
        <p:spPr>
          <a:xfrm rot="5400000">
            <a:off x="1692400" y="1990649"/>
            <a:ext cx="1424100" cy="930900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1"/>
          <p:cNvSpPr/>
          <p:nvPr/>
        </p:nvSpPr>
        <p:spPr>
          <a:xfrm rot="5400000">
            <a:off x="7247100" y="2003375"/>
            <a:ext cx="1363200" cy="930900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1"/>
          <p:cNvSpPr/>
          <p:nvPr/>
        </p:nvSpPr>
        <p:spPr>
          <a:xfrm rot="-5400000">
            <a:off x="6497300" y="1985600"/>
            <a:ext cx="1398900" cy="930900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1"/>
          <p:cNvSpPr/>
          <p:nvPr/>
        </p:nvSpPr>
        <p:spPr>
          <a:xfrm>
            <a:off x="1291700" y="1858025"/>
            <a:ext cx="141600" cy="125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8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WHY NOW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822960" y="1005838"/>
            <a:ext cx="7315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There isn’t a </a:t>
            </a:r>
            <a:r>
              <a:rPr b="1" lang="en-US" sz="3200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better</a:t>
            </a:r>
            <a:r>
              <a:rPr b="1" lang="en-US" sz="3200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 time to build this.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822960" y="2286000"/>
            <a:ext cx="640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E8562A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1645920" y="22860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Athletes already film everything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1645920" y="26517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Video-first is the default. Every athlete has a highlight reel on their phone.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645920" y="3063240"/>
            <a:ext cx="5486400" cy="9144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822960" y="3200400"/>
            <a:ext cx="640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E8562A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1645920" y="32004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Social Media + NIL + transfer portal blew the market open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645920" y="35661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Recruiting is not just high school → college → pro. It’s every level, every direction.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645920" y="3977640"/>
            <a:ext cx="5486400" cy="9144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822960" y="4114800"/>
            <a:ext cx="640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E8562A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645920" y="41148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Camps and networks can’t scale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645920" y="44805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Coaches need digital discovery tools. The old system tops out.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822960" y="1097280"/>
            <a:ext cx="3840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000"/>
              <a:buFont typeface="Georgia"/>
              <a:buNone/>
            </a:pPr>
            <a:r>
              <a:rPr b="1" i="0" lang="en-US" sz="24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Athletes build video profiles.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3000"/>
              <a:buFont typeface="Georgia"/>
              <a:buNone/>
            </a:pPr>
            <a:r>
              <a:rPr b="1" i="0" lang="en-US" sz="24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Coaches discover them.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822960" y="256032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 ranked feed surfaces athletes by sport,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position, and fit. Verified coaches search,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shortlist, and message directly.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822960" y="356616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One platform replaces highlight tapes,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cold emails, spreadsheets, and guesswork.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5" title="Screenshot 2026-04-28 at 11.36.16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2552" y="487400"/>
            <a:ext cx="2557103" cy="416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6" title="Screenshot 2026-04-28 at 11.58.22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52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8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MARKET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822960" y="1005840"/>
            <a:ext cx="4572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6400"/>
              <a:buFont typeface="Georgia"/>
              <a:buNone/>
            </a:pPr>
            <a:r>
              <a:rPr b="1" i="0" lang="en-US" sz="64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$1.3B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822960" y="21031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TOP-DOWN  ·  Global sports recruiting software market (2025)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822960" y="24688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Growing to $3.4B by 2035 at 10.1% CAGR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822960" y="3017520"/>
            <a:ext cx="7498080" cy="9144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822960" y="329184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E8562A"/>
                </a:solidFill>
                <a:latin typeface="Georgia"/>
                <a:ea typeface="Georgia"/>
                <a:cs typeface="Georgia"/>
                <a:sym typeface="Georgia"/>
              </a:rPr>
              <a:t>$120M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822960" y="41148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BOTTOM-UP  ·  50K coaches × $200/mo × 12 = $120M addressable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822960" y="457200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2,000+ programs across NCAA, NAIA, NJCAA  ·  8M high school athletes  ·  600K+ college athletes.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/>
          <p:nvPr/>
        </p:nvSpPr>
        <p:spPr>
          <a:xfrm>
            <a:off x="822960" y="457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TRACTION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822960" y="86868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200"/>
              <a:buFont typeface="Georgia"/>
              <a:buNone/>
            </a:pPr>
            <a:r>
              <a:rPr b="1" i="1" lang="en-US" sz="2200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Where we are now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5943600" y="15544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E8562A"/>
                </a:solidFill>
                <a:latin typeface="Georgia"/>
                <a:ea typeface="Georgia"/>
                <a:cs typeface="Georgia"/>
                <a:sym typeface="Georgia"/>
              </a:rPr>
              <a:t>42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943600" y="19385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Active users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5943600" y="23317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E8562A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5943600" y="271576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User testing sessions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5943600" y="310896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E8562A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5943600" y="34930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Sports represented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943600" y="388620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E8562A"/>
                </a:solidFill>
                <a:latin typeface="Georgia"/>
                <a:ea typeface="Georgia"/>
                <a:cs typeface="Georgia"/>
                <a:sym typeface="Georgia"/>
              </a:rPr>
              <a:t>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5943600" y="42702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Coach signups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8" title="Screenshot 2026-05-12 at 12.59.4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225" y="1389450"/>
            <a:ext cx="5315525" cy="35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8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822960" y="4572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BUSINESS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822960" y="9144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How the money works.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822960" y="1737360"/>
            <a:ext cx="7498080" cy="685800"/>
          </a:xfrm>
          <a:prstGeom prst="rect">
            <a:avLst/>
          </a:prstGeom>
          <a:solidFill>
            <a:srgbClr val="F2F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1005840" y="182880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Who pays?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3749050" y="1806000"/>
            <a:ext cx="5112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Coaches and programs. </a:t>
            </a:r>
            <a:r>
              <a:rPr lang="en-US" sz="15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Athletes</a:t>
            </a: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 j</a:t>
            </a:r>
            <a:r>
              <a:rPr lang="en-US" sz="15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oin for free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1005840" y="26060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Pricing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3749040" y="260604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SaaS: search, shortlists, messaging, workflow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822960" y="3291840"/>
            <a:ext cx="7498080" cy="685800"/>
          </a:xfrm>
          <a:prstGeom prst="rect">
            <a:avLst/>
          </a:prstGeom>
          <a:solidFill>
            <a:srgbClr val="F2F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1005840" y="338328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Per seat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3749040" y="338328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$200 / month per </a:t>
            </a:r>
            <a:r>
              <a:rPr lang="en-US" sz="15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program</a:t>
            </a: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, billed annually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1005840" y="41605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Gross margin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3749040" y="416052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80%+ software margins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/>
          <p:nvPr/>
        </p:nvSpPr>
        <p:spPr>
          <a:xfrm>
            <a:off x="822960" y="4572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COMPETITIVE LANDSCAPE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822960" y="100584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What exists today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1C1E"/>
                </a:solidFill>
                <a:latin typeface="Georgia"/>
                <a:ea typeface="Georgia"/>
                <a:cs typeface="Georgia"/>
                <a:sym typeface="Georgia"/>
              </a:rPr>
              <a:t>and what’s missing.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822960" y="2103120"/>
            <a:ext cx="4572000" cy="594360"/>
          </a:xfrm>
          <a:prstGeom prst="rect">
            <a:avLst/>
          </a:prstGeom>
          <a:solidFill>
            <a:srgbClr val="F2F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1005840" y="214884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NCSA / Hudl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2743200" y="21488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Database, not social. No two-sided discovery.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822960" y="2788920"/>
            <a:ext cx="4572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1005840" y="283464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FieldLevel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2743200" y="28346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College-only. No mobile-first experience.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822960" y="3474720"/>
            <a:ext cx="4572000" cy="594360"/>
          </a:xfrm>
          <a:prstGeom prst="rect">
            <a:avLst/>
          </a:prstGeom>
          <a:solidFill>
            <a:srgbClr val="F2F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1005840" y="352044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YouTube / Twitter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2743200" y="35204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No structure. Film dies in the feed.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822960" y="4160520"/>
            <a:ext cx="4572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1005840" y="420624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Spreadsheets + email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2743200" y="42062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The real competitor. Doesn’t scale.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5760720" y="2103120"/>
            <a:ext cx="3017520" cy="2743200"/>
          </a:xfrm>
          <a:prstGeom prst="rect">
            <a:avLst/>
          </a:prstGeom>
          <a:solidFill>
            <a:srgbClr val="FEF0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5943600" y="219456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E8562A"/>
                </a:solidFill>
                <a:latin typeface="Georgia"/>
                <a:ea typeface="Georgia"/>
                <a:cs typeface="Georgia"/>
                <a:sym typeface="Georgia"/>
              </a:rPr>
              <a:t>Recruitr’s wedge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3" name="Google Shape;18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271576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0"/>
          <p:cNvSpPr/>
          <p:nvPr/>
        </p:nvSpPr>
        <p:spPr>
          <a:xfrm>
            <a:off x="6263640" y="26974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Interactive social product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5" name="Google Shape;18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312724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0"/>
          <p:cNvSpPr/>
          <p:nvPr/>
        </p:nvSpPr>
        <p:spPr>
          <a:xfrm>
            <a:off x="6263640" y="31089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Two-sided marketplace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7" name="Google Shape;18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353872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0"/>
          <p:cNvSpPr/>
          <p:nvPr/>
        </p:nvSpPr>
        <p:spPr>
          <a:xfrm>
            <a:off x="6263640" y="35204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Verified coach trust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9" name="Google Shape;18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395020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0"/>
          <p:cNvSpPr/>
          <p:nvPr/>
        </p:nvSpPr>
        <p:spPr>
          <a:xfrm>
            <a:off x="6263640" y="3931920"/>
            <a:ext cx="2377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All levels, all sports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1" name="Google Shape;19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43616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0"/>
          <p:cNvSpPr/>
          <p:nvPr/>
        </p:nvSpPr>
        <p:spPr>
          <a:xfrm>
            <a:off x="6263640" y="43434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E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1C1C1E"/>
                </a:solidFill>
                <a:latin typeface="Calibri"/>
                <a:ea typeface="Calibri"/>
                <a:cs typeface="Calibri"/>
                <a:sym typeface="Calibri"/>
              </a:rPr>
              <a:t>Workflow tools that replace spreadsheets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6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822960" y="5486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THE ASK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822960" y="11887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$</a:t>
            </a:r>
            <a:r>
              <a:rPr b="1" lang="en-US" sz="4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100k</a:t>
            </a:r>
            <a:r>
              <a:rPr b="1" i="0" lang="en-US" sz="4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pre-seed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1" name="Google Shape;20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26060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2"/>
          <p:cNvSpPr/>
          <p:nvPr/>
        </p:nvSpPr>
        <p:spPr>
          <a:xfrm>
            <a:off x="1280160" y="25603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Deploys to: native mobile app, coach acquisition, athlete seeding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3" name="Google Shape;20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31546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2"/>
          <p:cNvSpPr/>
          <p:nvPr/>
        </p:nvSpPr>
        <p:spPr>
          <a:xfrm>
            <a:off x="1280160" y="310896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Milestones: production recruiting loop, 50 paying coach accounts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37033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2"/>
          <p:cNvSpPr/>
          <p:nvPr/>
        </p:nvSpPr>
        <p:spPr>
          <a:xfrm>
            <a:off x="1280160" y="365760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Runway: 18 months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822960" y="4297680"/>
            <a:ext cx="3657600" cy="9144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104e5bf85_0_18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E856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e104e5bf85_0_18"/>
          <p:cNvSpPr/>
          <p:nvPr/>
        </p:nvSpPr>
        <p:spPr>
          <a:xfrm>
            <a:off x="822960" y="548640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56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562A"/>
                </a:solidFill>
                <a:latin typeface="Calibri"/>
                <a:ea typeface="Calibri"/>
                <a:cs typeface="Calibri"/>
                <a:sym typeface="Calibri"/>
              </a:rPr>
              <a:t>TRY 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e104e5bf85_0_18"/>
          <p:cNvSpPr/>
          <p:nvPr/>
        </p:nvSpPr>
        <p:spPr>
          <a:xfrm>
            <a:off x="822960" y="1188720"/>
            <a:ext cx="480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Try Recruitr.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5" name="Google Shape;215;g3e104e5bf85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26060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e104e5bf85_0_18"/>
          <p:cNvSpPr/>
          <p:nvPr/>
        </p:nvSpPr>
        <p:spPr>
          <a:xfrm>
            <a:off x="1280160" y="2560320"/>
            <a:ext cx="450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Athletes — build your video profile in minutes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7" name="Google Shape;217;g3e104e5bf85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31546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e104e5bf85_0_18"/>
          <p:cNvSpPr/>
          <p:nvPr/>
        </p:nvSpPr>
        <p:spPr>
          <a:xfrm>
            <a:off x="1280160" y="3108960"/>
            <a:ext cx="450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Coaches — discover verified prospects, message directly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9" name="Google Shape;219;g3e104e5bf85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37033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e104e5bf85_0_18"/>
          <p:cNvSpPr/>
          <p:nvPr/>
        </p:nvSpPr>
        <p:spPr>
          <a:xfrm>
            <a:off x="1280160" y="3657600"/>
            <a:ext cx="450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A1A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Get Recruitr Now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e104e5bf85_0_18"/>
          <p:cNvSpPr/>
          <p:nvPr/>
        </p:nvSpPr>
        <p:spPr>
          <a:xfrm>
            <a:off x="822960" y="4297680"/>
            <a:ext cx="3657600" cy="9000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g3e104e5bf85_0_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0000" y="1000000"/>
            <a:ext cx="2800000" cy="2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e104e5bf85_0_18"/>
          <p:cNvSpPr/>
          <p:nvPr/>
        </p:nvSpPr>
        <p:spPr>
          <a:xfrm>
            <a:off x="5800000" y="3850000"/>
            <a:ext cx="27999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1A1A1"/>
                </a:solidFill>
                <a:latin typeface="Calibri"/>
                <a:ea typeface="Calibri"/>
                <a:cs typeface="Calibri"/>
                <a:sym typeface="Calibri"/>
              </a:rPr>
              <a:t>Point your camera here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